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6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9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1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0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8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0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6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6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1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0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4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748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85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42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25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91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2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55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234124"/>
            <a:ext cx="7063740" cy="4041648"/>
          </a:xfrm>
        </p:spPr>
        <p:txBody>
          <a:bodyPr/>
          <a:lstStyle/>
          <a:p>
            <a:r>
              <a:rPr i="1" dirty="0">
                <a:latin typeface="Arial Black" panose="020B0A04020102020204" pitchFamily="34" charset="0"/>
              </a:rPr>
              <a:t>Power BI Dashboard –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972050"/>
            <a:ext cx="7063740" cy="169164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00"/>
                </a:solidFill>
              </a:rPr>
              <a:t>Task 4: Dashboard Design </a:t>
            </a:r>
            <a:endParaRPr lang="en-IN" dirty="0">
              <a:solidFill>
                <a:srgbClr val="FFFF00"/>
              </a:solidFill>
            </a:endParaRPr>
          </a:p>
          <a:p>
            <a:r>
              <a:rPr dirty="0">
                <a:solidFill>
                  <a:srgbClr val="FFFF00"/>
                </a:solidFill>
              </a:rPr>
              <a:t> Date: </a:t>
            </a:r>
            <a:r>
              <a:rPr lang="en-US" dirty="0">
                <a:solidFill>
                  <a:srgbClr val="FFFF00"/>
                </a:solidFill>
              </a:rPr>
              <a:t>19</a:t>
            </a:r>
            <a:r>
              <a:rPr dirty="0">
                <a:solidFill>
                  <a:srgbClr val="FFFF00"/>
                </a:solidFill>
              </a:rPr>
              <a:t>/</a:t>
            </a:r>
            <a:r>
              <a:rPr lang="en-US" dirty="0">
                <a:solidFill>
                  <a:srgbClr val="FFFF00"/>
                </a:solidFill>
              </a:rPr>
              <a:t>11</a:t>
            </a:r>
            <a:r>
              <a:rPr dirty="0">
                <a:solidFill>
                  <a:srgbClr val="FFFF00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71B39-71D0-711E-5C12-3AD69B798904}"/>
              </a:ext>
            </a:extLst>
          </p:cNvPr>
          <p:cNvSpPr txBox="1"/>
          <p:nvPr/>
        </p:nvSpPr>
        <p:spPr>
          <a:xfrm>
            <a:off x="1700213" y="0"/>
            <a:ext cx="537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3AA5E-81FF-9ED5-EDBA-5F1506602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1" y="928687"/>
            <a:ext cx="8901112" cy="5629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140903"/>
            <a:ext cx="6446520" cy="4351337"/>
          </a:xfrm>
        </p:spPr>
        <p:txBody>
          <a:bodyPr>
            <a:normAutofit/>
          </a:bodyPr>
          <a:lstStyle/>
          <a:p>
            <a:r>
              <a:rPr sz="2400" dirty="0"/>
              <a:t>Objective</a:t>
            </a:r>
          </a:p>
          <a:p>
            <a:r>
              <a:rPr sz="2400" dirty="0"/>
              <a:t>Design an interactive Power BI dashboard for business stakeholders.</a:t>
            </a:r>
          </a:p>
          <a:p>
            <a:r>
              <a:rPr lang="en-IN" sz="2400" dirty="0"/>
              <a:t>Da</a:t>
            </a:r>
            <a:r>
              <a:rPr sz="2400" dirty="0" err="1"/>
              <a:t>taset</a:t>
            </a:r>
            <a:r>
              <a:rPr lang="en-IN" sz="2400" dirty="0"/>
              <a:t>: </a:t>
            </a:r>
            <a:r>
              <a:rPr lang="en-IN" sz="2400" b="1" dirty="0">
                <a:solidFill>
                  <a:srgbClr val="00B0F0"/>
                </a:solidFill>
              </a:rPr>
              <a:t>Superstore </a:t>
            </a:r>
            <a:r>
              <a:rPr sz="2400" b="1" dirty="0">
                <a:solidFill>
                  <a:srgbClr val="00B0F0"/>
                </a:solidFill>
              </a:rPr>
              <a:t>Sales dataset (Kaggle source)</a:t>
            </a:r>
          </a:p>
          <a:p>
            <a:r>
              <a:rPr sz="2400" dirty="0"/>
              <a:t>Tools Used:</a:t>
            </a:r>
            <a:r>
              <a:rPr lang="en-IN" sz="2400" dirty="0"/>
              <a:t> </a:t>
            </a:r>
            <a:r>
              <a:rPr sz="2400" b="1" dirty="0">
                <a:solidFill>
                  <a:srgbClr val="00B0F0"/>
                </a:solidFill>
              </a:rPr>
              <a:t>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Metrics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86001"/>
            <a:ext cx="6446520" cy="4351337"/>
          </a:xfrm>
        </p:spPr>
        <p:txBody>
          <a:bodyPr/>
          <a:lstStyle/>
          <a:p>
            <a:r>
              <a:rPr b="1" dirty="0">
                <a:solidFill>
                  <a:srgbClr val="00B0F0"/>
                </a:solidFill>
              </a:rPr>
              <a:t>Total Sales</a:t>
            </a:r>
            <a:r>
              <a:rPr dirty="0"/>
              <a:t>: 2.26M</a:t>
            </a:r>
          </a:p>
          <a:p>
            <a:r>
              <a:rPr b="1" dirty="0">
                <a:solidFill>
                  <a:srgbClr val="00B0F0"/>
                </a:solidFill>
              </a:rPr>
              <a:t>Count of Customers</a:t>
            </a:r>
            <a:r>
              <a:rPr dirty="0"/>
              <a:t>: 9</a:t>
            </a:r>
          </a:p>
          <a:p>
            <a:r>
              <a:rPr b="1" dirty="0">
                <a:solidFill>
                  <a:srgbClr val="00B0F0"/>
                </a:solidFill>
              </a:rPr>
              <a:t>KPIs Visualized</a:t>
            </a:r>
            <a:r>
              <a:rPr dirty="0">
                <a:solidFill>
                  <a:srgbClr val="00B0F0"/>
                </a:solidFill>
              </a:rPr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 Total Sales by Region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 Total Sales by Year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 Total Sales by Category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 City and Year-wise Sales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71713"/>
            <a:ext cx="6446520" cy="4351337"/>
          </a:xfrm>
        </p:spPr>
        <p:txBody>
          <a:bodyPr>
            <a:normAutofit/>
          </a:bodyPr>
          <a:lstStyle/>
          <a:p>
            <a:r>
              <a:rPr sz="2000" b="1" dirty="0">
                <a:solidFill>
                  <a:srgbClr val="00B0F0"/>
                </a:solidFill>
              </a:rPr>
              <a:t>Visuals Used</a:t>
            </a:r>
            <a:r>
              <a:rPr sz="2000" b="1" dirty="0"/>
              <a:t>:</a:t>
            </a:r>
            <a:r>
              <a:rPr lang="en-IN" sz="2000" b="1" dirty="0"/>
              <a:t> </a:t>
            </a:r>
            <a:r>
              <a:rPr sz="2000" dirty="0"/>
              <a:t>Bar Charts, Line Charts, Donut Chart, Gauge Chart</a:t>
            </a:r>
          </a:p>
          <a:p>
            <a:r>
              <a:rPr sz="2000" b="1" dirty="0">
                <a:solidFill>
                  <a:srgbClr val="00B0F0"/>
                </a:solidFill>
              </a:rPr>
              <a:t>Interactive Elements</a:t>
            </a:r>
            <a:r>
              <a:rPr sz="2000" dirty="0"/>
              <a:t>:</a:t>
            </a:r>
            <a:r>
              <a:rPr lang="en-IN" sz="2000" dirty="0"/>
              <a:t> </a:t>
            </a:r>
            <a:r>
              <a:rPr sz="2000" dirty="0"/>
              <a:t>Filters/Slicers for Region, Customer ID, City</a:t>
            </a:r>
          </a:p>
          <a:p>
            <a:r>
              <a:rPr sz="2000" b="1" dirty="0">
                <a:solidFill>
                  <a:srgbClr val="00B0F0"/>
                </a:solidFill>
              </a:rPr>
              <a:t>Geographic Analysis</a:t>
            </a:r>
            <a:r>
              <a:rPr sz="2000" dirty="0"/>
              <a:t>:</a:t>
            </a:r>
            <a:r>
              <a:rPr lang="en-IN" sz="2000" dirty="0"/>
              <a:t> </a:t>
            </a:r>
            <a:r>
              <a:rPr sz="2000" dirty="0"/>
              <a:t>Map showing sales distribution across continents</a:t>
            </a:r>
          </a:p>
          <a:p>
            <a:r>
              <a:rPr sz="2000" b="1" dirty="0">
                <a:solidFill>
                  <a:srgbClr val="00B0F0"/>
                </a:solidFill>
              </a:rPr>
              <a:t>Time Series Analysis</a:t>
            </a:r>
            <a:r>
              <a:rPr sz="2000" dirty="0"/>
              <a:t>:</a:t>
            </a:r>
            <a:r>
              <a:rPr lang="en-IN" sz="2000" dirty="0"/>
              <a:t> </a:t>
            </a:r>
            <a:r>
              <a:rPr sz="2000" dirty="0"/>
              <a:t>Sales trend analysis over multiple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2257426"/>
            <a:ext cx="8229600" cy="3943350"/>
          </a:xfrm>
        </p:spPr>
        <p:txBody>
          <a:bodyPr>
            <a:normAutofit/>
          </a:bodyPr>
          <a:lstStyle/>
          <a:p>
            <a:r>
              <a:rPr sz="2400" dirty="0"/>
              <a:t>Regions show varied sales performance.</a:t>
            </a:r>
          </a:p>
          <a:p>
            <a:r>
              <a:rPr sz="2400" dirty="0"/>
              <a:t>Steady growth observed in yearly sales.</a:t>
            </a:r>
          </a:p>
          <a:p>
            <a:r>
              <a:rPr sz="2400" dirty="0"/>
              <a:t>Certain product categories dominate total sales.</a:t>
            </a:r>
          </a:p>
          <a:p>
            <a:r>
              <a:rPr sz="2400" dirty="0"/>
              <a:t>Opportunities identified based on customer distribution and city-level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95914-0BEB-0A7D-4EFB-5E8D424CC3C8}"/>
              </a:ext>
            </a:extLst>
          </p:cNvPr>
          <p:cNvSpPr txBox="1"/>
          <p:nvPr/>
        </p:nvSpPr>
        <p:spPr>
          <a:xfrm>
            <a:off x="2114551" y="2530138"/>
            <a:ext cx="511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1E4B4-D6F9-A0B3-DFED-DEF93BCDE23E}"/>
              </a:ext>
            </a:extLst>
          </p:cNvPr>
          <p:cNvSpPr txBox="1"/>
          <p:nvPr/>
        </p:nvSpPr>
        <p:spPr>
          <a:xfrm>
            <a:off x="5629275" y="6117282"/>
            <a:ext cx="2914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Samruddhi Shinde</a:t>
            </a:r>
          </a:p>
        </p:txBody>
      </p:sp>
    </p:spTree>
    <p:extLst>
      <p:ext uri="{BB962C8B-B14F-4D97-AF65-F5344CB8AC3E}">
        <p14:creationId xmlns:p14="http://schemas.microsoft.com/office/powerpoint/2010/main" val="4011643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</TotalTime>
  <Words>168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Century Gothic</vt:lpstr>
      <vt:lpstr>Courier New</vt:lpstr>
      <vt:lpstr>Wingdings 3</vt:lpstr>
      <vt:lpstr>Ion</vt:lpstr>
      <vt:lpstr>Power BI Dashboard – Sales Analysis</vt:lpstr>
      <vt:lpstr>PowerPoint Presentation</vt:lpstr>
      <vt:lpstr>Project Overview</vt:lpstr>
      <vt:lpstr>Key Metrics and KPIs</vt:lpstr>
      <vt:lpstr>Dashboard Features</vt:lpstr>
      <vt:lpstr>Business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Dashboard – Sales Analysis</dc:title>
  <dc:subject/>
  <dc:creator>admin</dc:creator>
  <cp:keywords/>
  <dc:description>generated using python-pptx</dc:description>
  <cp:lastModifiedBy>Venkata Sateesh</cp:lastModifiedBy>
  <cp:revision>3</cp:revision>
  <dcterms:created xsi:type="dcterms:W3CDTF">2013-01-27T09:14:16Z</dcterms:created>
  <dcterms:modified xsi:type="dcterms:W3CDTF">2025-11-19T14:10:00Z</dcterms:modified>
  <cp:category/>
</cp:coreProperties>
</file>